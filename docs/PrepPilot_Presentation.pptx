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3962095" cy="411480"/>
          </a:xfrm>
          <a:prstGeom prst="roundRect">
            <a:avLst/>
          </a:prstGeom>
          <a:solidFill>
            <a:srgbClr val="450A0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CA5A5"/>
                </a:solidFill>
              </a:defRPr>
            </a:pPr>
            <a:r>
              <a:t>COLLEGE MINI PROJECT  •  MERN + GEMINI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F4444"/>
                </a:solidFill>
              </a:defRPr>
            </a:pPr>
            <a:r>
              <a:t>PrepPilot 🚀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AI-Powered Resume ATS Analyzer &amp; Interactive Mock Interview Coach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2377440" cy="1371600"/>
          </a:xfrm>
          <a:prstGeom prst="roundRect">
            <a:avLst/>
          </a:prstGeom>
          <a:solidFill>
            <a:srgbClr val="16161E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CA5A5"/>
                </a:solidFill>
              </a:defRPr>
            </a:pPr>
            <a:r>
              <a:t>FRONTEND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React 18 + Vite</a:t>
            </a:r>
            <a:br/>
            <a:r>
              <a:t>Tailwind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657600"/>
            <a:ext cx="2377440" cy="1371600"/>
          </a:xfrm>
          <a:prstGeom prst="roundRect">
            <a:avLst/>
          </a:prstGeom>
          <a:solidFill>
            <a:srgbClr val="16161E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CA5A5"/>
                </a:solidFill>
              </a:defRPr>
            </a:pPr>
            <a:r>
              <a:t>BACKEND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Node.js + Express</a:t>
            </a:r>
            <a:br/>
            <a:r>
              <a:t>RESTful MVC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2377440" cy="1371600"/>
          </a:xfrm>
          <a:prstGeom prst="roundRect">
            <a:avLst/>
          </a:prstGeom>
          <a:solidFill>
            <a:srgbClr val="16161E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CA5A5"/>
                </a:solidFill>
              </a:defRPr>
            </a:pPr>
            <a:r>
              <a:t>DATABASE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MongoDB Atlas</a:t>
            </a:r>
            <a:br/>
            <a:r>
              <a:t>Cloud Replica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3657600"/>
            <a:ext cx="2377440" cy="1371600"/>
          </a:xfrm>
          <a:prstGeom prst="roundRect">
            <a:avLst/>
          </a:prstGeom>
          <a:solidFill>
            <a:srgbClr val="16161E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CA5A5"/>
                </a:solidFill>
              </a:defRPr>
            </a:pPr>
            <a:r>
              <a:t>AI ENGINE</a:t>
            </a:r>
          </a:p>
          <a:p>
            <a:pPr>
              <a:defRPr sz="1200" b="1">
                <a:solidFill>
                  <a:srgbClr val="FFFFFF"/>
                </a:solidFill>
              </a:defRPr>
            </a:pPr>
            <a:r>
              <a:t>Google Gemini 1.5</a:t>
            </a:r>
            <a:br/>
            <a:r>
              <a:t>RFC8259 JSON Prompts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Presented by: Aryan Mishra   |   Deployment: GitHub Pages + Render   |   Duration: 10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01 / THE PLACEMENT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Why University Placement Candidates Struggle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34747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75% ATS Rejection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THE ATS 'BLACK HOLE'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Over 75% of candidate resumes are filtered out automatically before human review.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Causes: Missing tech keywords, unstructured formatting, or mismatched job descriptions.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Students have zero visibility into why their resumes fail automated screenings.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34747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Zero Mock Practice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PLACEMENT ANXIETY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Students study theory but freeze during high-stakes technical interview viva rounds.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Colleges lack bandwidth to provide 1-on-1 personalized viva evaluations.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Traditional interview prep is passive (watching YouTube) rather than active typing/thinking.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34747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Commercial Paywalls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EXPENSIVE TOOLS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Existing mock interview platforms (LeetCode Premium, Interviewing.io) cost $35–$150/mo.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Unaffordable for average college students preparing for campus placements.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Free alternatives offer generic non-actionable advice.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450A0A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🎯 Project Objective: Deliver an accessible, free, production-grade AI platform that diagnoses resumes and simulates authentic technical interviews with instant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02 / THE PREPPILOT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Dual-Core AI Placement Preparation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Engine 1: Resume ATS Auditor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INSTANT RESUME DIAGNOSTICS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In-Memory PDF Parsing: Multer intercepts upload in RAM; zero disk footprint.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pdf-parse extracts raw text, stripping non-printable characters cleanly.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Gemini 1.5 Flash evaluates resume against target Job Description.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Computes ATS Match Score (0–100%) based on skill relevance.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Detailed Matrix: Identifies Matched Keywords vs Missing Keywords.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Actionable Feedback: Section-wise analysis (Skills, Experience, Projects).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5 Concrete Improvement Steps + 1-Click PDF Report Export.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0624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Engine 2: Mock Interview Coach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REAL-TIME VIVA SIMULATION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Targeted Domain Selection: Full Stack, Frontend, Backend, Data Science.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Difficulty Tiers: Beginner, Intermediate, and Advanced rounds.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Dynamic 5-Question Rounds: AI constructs relevant technical questions.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Active Candidate Answers: Timed input simulates live viva pressure.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Instant Scoring: Evaluates each answer numerically out of 10 points.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Constructive Critique: Highlights identified strengths &amp; gaps.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Ideal Model Answers: Shows industry-standard responses for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03 / 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Full-Stack MVC System Architecture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React 18 + Vite SPA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PRESENTATION LAYER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GitHub Pages CDN hosting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HashRouter client routing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Tailwind CSS dark theme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Axios client interceptors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Express.js REST API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API CONTROLLER LAYER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Hosted on Render Web Service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MVC routes &amp; controllers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Trust proxy for rate limits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CORS origin restriction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MongoDB Atlas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PERSISTENCE LAYER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Cloud Mongoose ODM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User, Analysis, Interview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Unique indexing &amp; hooks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Background reconnect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96596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Google Gemini 1.5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AI INTELLIGENCE LAYER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gemini-1.5-flash model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Strict JSON schema outputs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Deterministic ATS prompt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Offline mock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04 / DEEP DIVE — CORE FEATURE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AI Resume ATS Auditor: Pipeline &amp; Output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Text Extraction &amp; Prompt Pipeline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BACKEND PIPELINE (POST /api/analysis/upload)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Upload Guard: Multer memory storage (5MB max limit, PDF MIME only).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Buffer Processing: pdf-parse reads binary buffer directly in RAM.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Text Sanitization: Strips non-ASCII, extra whitespaces, and page artifacts.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Prompt Engineering: Strict system prompt enforces RFC8259 JSON format.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Temperature Tuning: Low temperature (0.2) for deterministic ATS evaluation.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Resilient Parsing: jsonParser.js cleans markdown code blocks (```json) before JSON.parse().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Database Save: Persists analysis record linked to candidate's ObjectId.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Evaluated Report Dimensions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CANDIDATE OUTPUT SCHEMA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ATS Match Score: 0 – 100% numerical match against job description.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Matched Keywords: Technical competencies found in both resume &amp; JD.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Missing Keywords: Critical technologies missing from candidate resume.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Section-wise Feedback: Specific critiques for Summary, Skills, Projects, Education.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5 Concrete Improvement Steps: Actionable bullet points to improve score.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PDF Report Download: Client generates downloadable PDF via html2pdf.js.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Historical Dashboard: Visualized over time on candidate's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05 / DEEP DIVE — CORE FEATURE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Interactive Mock Interview Coach: Round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1. Initialization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STEP 1: CONFIGURATION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Candidate picks technical role: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Full Stack MERN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Frontend (React/JS)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Backend (Node/Express)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Data Science / ML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Selects Difficulty: Beginner, Intermediate, Advanced.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Gemini generates tailored 5-question sequential syllabus.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Initializes session in MongoDB.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2. Dynamic Q&amp;A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STEP 2: SIMULATED VIVA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5 Sequential Questions served one at a time.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Timed answer input simulates live viva conditions.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Covers theory, system design, and algorithmic thinking.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Prevents skipping without answering.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Real-time round progress counter.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3. Evaluation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STEP 3: INSTANT GRADING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Per-Answer Scoring: /10 numerical rating per question.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Constructive Feedback: What was good vs what was missing.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Model Answer Outline: Ideal technical industry answer.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Cumulative Performance: Computes average score.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Saved to MongoDB for performance tracking.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06 / SECURITY &amp;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MongoDB Schemas &amp; Defensive Production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Mongoose Database Schemas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PERSISTENCE &amp; SCHEMAS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User Schema: name, email (unique index), passwordHash, createdAt.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Analysis Schema: user (ref: 'User'), resumeText, jobDescription, atsScore, matchedKeywords[], missingKeywords[], feedback, suggestions[].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Interview Schema: user (ref: 'User'), role, difficulty, questions[{ question, answer, score, feedback, idealAnswer }], averageScore, completedAt.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Relational Integrity: MongoDB ObjectIds link candidates to their history.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Connection Resilience: Custom background retry loop auto-reconnects on DNS propagation or cloud wake-ups.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Production Security Measures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APPLICATION DEFENSE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Password Hashing: bcryptjs with 10 salt rounds in pre-save hook; plaintext passwords never touch database.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Stateless JWT Auth: Signed with 7-day expiration; validated on all protected endpoints via auth.middleware.js.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CORS Whitelisting: Express only permits requests from frontend origin (https://aryan1238.github.io).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Trust Proxy &amp; Rate Limiting: app.set('trust proxy', 1) reads genuine client IP behind Render; limits to 100 req/15m.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Secret Isolation: All credentials (.env) excluded from Git via .gitignore.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07 / VERIFICATION &amp;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Automated Testing &amp; Multi-Cloud Deployment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Automated Test Suite (Jest + Supertest)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QUALITY ASSURANCE (11/11 PASSING)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11 Automated Tests across 2 complete suites: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auth.test.js: Registration, duplicate email rejection (409), short password validation (400), login verification, JWT token checks.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analysis.test.js: Upload validation, missing file handling, previous analyses fetching, dashboard aggregation metrics.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Deterministic Mocking: Jest mocks Gemini service to verify end-to-end flows without spending API quota.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Execution Speed: Full suite runs in under 2.0 seconds.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CI/CD Integration: npm test runs before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1206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Zero-Cost Production Multi-Cloud Hosting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LIVE DEPLOYED CLOUD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Frontend Hosting: GitHub Pages CDN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URL: https://aryan1238.github.io/A/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Automated GitHub Actions CI/CD (deploy.yml)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Separated build and deploy jobs prevent duplicate artifact collisions.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Backend Hosting: Render Web Service (Node.js)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URL: https://preppilot-api-dk3o.onrender.com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Root endpoint &amp; /api/health monitoring.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Database: MongoDB Atlas Cloud Replica Set (Oregon)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  • 0.0.0.0/0 IP whitelist + SCRAM-SHA-256 auth.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08 / SCALABILITY &amp;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Future Scope &amp; Platform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Voice-to-Text Rounds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FEATURE 1: SPEECH RECOGNITION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Integration with Web Speech API &amp; OpenAI Whisper.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Real-time vocal interview simulation.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Analyzes speech metrics: pace (words/min), pause duration, and filler word frequency (e.g. 'um', 'like').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Assesses candidate communication confidence.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College TPO Portal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FEATURE 2: INSTITUTIONAL DASHBOARD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Dedicated admin role for Training &amp; Placement Officers.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Batch-wide analytics: average ATS score distribution across branches.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Identifies recurring skill deficiencies across college batches.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Enables targeted campus training seminars.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6596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Live Code Runner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FEATURE 3: CODE EXECUTION SANDBOX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In-browser Monaco code editor (VS Code web engine).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Sandboxed code execution via WebAssembly / Judge0 API.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Evaluates algorithmic DSA questions against hidden test cases.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Full technical coding interview round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Arial"/>
              </a:defRPr>
            </a:pPr>
            <a:r>
              <a:t>09 / VIVA DEFENSE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Summary of Achievements &amp; Ready for Q&amp;A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219456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327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Key Project Milestones Achieved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PROJECT SUMMARY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Successfully developed &amp; deployed full-stack MERN application with Google Gemini 1.5 Flash.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Built in-memory PDF resume text extraction and ATS gap scoring without storing candidate files to disk.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Implemented interactive 5-question mock interview coach with per-answer evaluation and model answers.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Enforced production security: bcrypt password hashing, stateless JWT auth, CORS isolation, rate limiting.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Verified with 11 automated Jest tests and deployed live to GitHub Pages, Render, and MongoDB Atlas.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3291840" cy="192024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Live Web Application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https://aryan1238.github.io/A/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Deployed on GitHub Pages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HashRouter client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297680"/>
            <a:ext cx="3291840" cy="192024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Backend Cloud API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BACKEND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https://preppilot-api-dk3o.onrender.com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Render Web Service (Node.js)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Health: /api/health (200 OK)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4297680"/>
            <a:ext cx="3291840" cy="1920240"/>
          </a:xfrm>
          <a:prstGeom prst="roundRect">
            <a:avLst/>
          </a:prstGeom>
          <a:solidFill>
            <a:srgbClr val="16161E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44348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Source Repository</a:t>
            </a:r>
          </a:p>
          <a:p>
            <a:pPr>
              <a:spcAft>
                <a:spcPts val="800"/>
              </a:spcAft>
              <a:defRPr sz="1000" b="1">
                <a:solidFill>
                  <a:srgbClr val="FCA5A5"/>
                </a:solidFill>
              </a:defRPr>
            </a:pPr>
            <a:r>
              <a:t>GITHUB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https://github.com/Aryan1238/A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Complete Postman API docs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 5 UML Mermaid diagrams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